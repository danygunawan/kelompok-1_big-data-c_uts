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Surabaya</c:v>
                </c:pt>
              </c:strCache>
            </c:strRef>
          </c:tx>
          <c:spPr>
            <a:solidFill>
              <a:srgbClr val="4A67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Ags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250</c:v>
                </c:pt>
                <c:pt idx="1">
                  <c:v>180</c:v>
                </c:pt>
                <c:pt idx="2">
                  <c:v>290</c:v>
                </c:pt>
                <c:pt idx="3">
                  <c:v>130</c:v>
                </c:pt>
                <c:pt idx="4">
                  <c:v>70</c:v>
                </c:pt>
                <c:pt idx="5">
                  <c:v>35</c:v>
                </c:pt>
                <c:pt idx="6">
                  <c:v>40</c:v>
                </c:pt>
                <c:pt idx="7">
                  <c:v>30</c:v>
                </c:pt>
                <c:pt idx="8">
                  <c:v>110</c:v>
                </c:pt>
                <c:pt idx="9">
                  <c:v>10</c:v>
                </c:pt>
                <c:pt idx="10">
                  <c:v>200</c:v>
                </c:pt>
                <c:pt idx="11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Banyuwangi</c:v>
                </c:pt>
              </c:strCache>
            </c:strRef>
          </c:tx>
          <c:spPr>
            <a:solidFill>
              <a:srgbClr val="8A9A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Ags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281</c:v>
                </c:pt>
                <c:pt idx="1">
                  <c:v>165</c:v>
                </c:pt>
                <c:pt idx="2">
                  <c:v>320</c:v>
                </c:pt>
                <c:pt idx="3">
                  <c:v>116</c:v>
                </c:pt>
                <c:pt idx="4">
                  <c:v>81</c:v>
                </c:pt>
                <c:pt idx="5">
                  <c:v>41</c:v>
                </c:pt>
                <c:pt idx="6">
                  <c:v>52</c:v>
                </c:pt>
                <c:pt idx="7">
                  <c:v>49</c:v>
                </c:pt>
                <c:pt idx="8">
                  <c:v>132</c:v>
                </c:pt>
                <c:pt idx="9">
                  <c:v>5</c:v>
                </c:pt>
                <c:pt idx="10">
                  <c:v>234</c:v>
                </c:pt>
                <c:pt idx="11">
                  <c:v>165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3A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8B6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D6D3C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ANALISIS CURAH HUJAN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SURABAYA &amp; BANYUWANGI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UNTUK REKOMENDASI TANAM PANGAN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Data Harian BMKG dengan Pendekatan Big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Kelompok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ANGGOTA KELOMPOK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2880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24083010041 – Sulaiman Abhinaya Praditya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423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24083010075 – Achmad Dany Gunawan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24083010090 – Adrian Veda 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611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24083010105 – Indra Maulana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PERSPEKTIF 5V BIG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DALAM KONTEKS DATA CURAH HUJAN BMKG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C5C3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8346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730+ baris data harian dari 2 stasiun BMKG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84832" y="155448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C5C3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76272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221992" y="28346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diperbarui setiap hari secara real-time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803904" y="155448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C5C3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783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5344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Variety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941064" y="28346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variabel: suhu, kelembapan, angin, curah hujan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522976" y="155448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C5C3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17830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14416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Veracity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660136" y="28346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error 8888/9999 perlu dibersihkan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242048" y="155448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C5C3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17830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33488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379208" y="28346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jadwal tanam untuk petani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25" name="Text 18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5V BIG DATA — DETAIL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mencakup 365 baris data harian per kota (Surabaya &amp; Banyuwangi), total 730+ record dengan 10+ kolom variabel cuaca. Skala ini membutuhkan pemrosesan terstruktur.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4708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84708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BMKG diperbarui setiap hari. Analisis real-time memungkinkan early warning untuk petani saat pola curah hujan berubah drastis.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9689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Variety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596896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bukan hanya curah hujan (RR), tapi juga temperatur (TN, TX, TAVG), kelembapan (RH_AVG), penyinaran matahari (SS), kecepatan &amp; arah angin — tipe data numerik dan kategorik.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4670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Veracity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334670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BMKG mengandung kode error 8888 (tidak terukur) dan 9999 (tidak ada data). Tanpa pembersihan, analisis menjadi tidak valid. Preprocessing krusial.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9651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409651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data mentah menjadi rekomendasi jadwal tanam padi, jagung, kedelai — membantu petani Banyuwangi mengoptimalkan hasil panen berdasarkan pola curah hujan.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Tentang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Online BMKG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Surabaya: Stasiun Meteorologi Maritim Tanjung Perak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Banyuwangi: Stasiun BMKG Banyuwangi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Periode: Januari – Desember 2025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Data harian (.xlsx)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Variabel Cuaca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4592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A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A7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Curah hujan (mm) —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/ TX / TAVG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 min/max/rata-rata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RH_AVG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Kelembapan rata-rata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Lama penyinaran matahari (jam)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FF_X / FF_AVG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Kecepatan angin maks/rata-rata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DDD_X / DDD_CAR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Arah angin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9A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2B3A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Penanganan Missing Values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BMKG, terdapat nilai 8888 (data tidak terukur) dan 9999 (tidak ada data). Nilai tersebut diganti menjadi 0 untuk mempertahankan jumlah baris data. Kolom angin (FF_X, DDD_X, FF_AVG, DDD_CAR) di-drop dari data Surabaya karena tidak relevan untuk analisis curah hujan.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697480"/>
            <a:ext cx="73152" cy="1371600"/>
          </a:xfrm>
          <a:prstGeom prst="rect">
            <a:avLst/>
          </a:prstGeom>
          <a:solidFill>
            <a:srgbClr val="2B3A2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Transformasi &amp; Agregasi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tanggal dikonversi ke format datetime, kemudian diekstrak bulan (1-12). Data curah hujan harian diagregasi menjadi total curah hujan per bulan menggunakan groupby untuk melihat pola musiman.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CURAH HUJAN BULANAN 2025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PERBANDINGAN SURABAYA VS BANYUWANGI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CURAH HUJAN BANYUWANGI 2025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 (mm)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 warna: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2697480"/>
            <a:ext cx="274320" cy="27432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200 mm (Tinggi)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560320" y="2697480"/>
            <a:ext cx="274320" cy="27432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100-200 mm (Sedang)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2697480"/>
            <a:ext cx="274320" cy="27432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mm (Rendah)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766560" y="2697480"/>
            <a:ext cx="274320" cy="27432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mm (Sangat Rendah)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C5C3B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290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 Iklim Banyuwangi 2025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9728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Musim hujan: Jan – Apr (curah tinggi, risiko banjir di Jan &amp; Mar)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Musim kemarau ekstrem: Mei – Okt (titik terendah: Oktober hanya 5 mm)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Musim hujan kembali: Nov – Des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KEBUTUHAN AIR TANAMAN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108960"/>
          </a:xfrm>
          <a:prstGeom prst="rect">
            <a:avLst/>
          </a:prstGeom>
          <a:solidFill>
            <a:srgbClr val="C5C3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06040" cy="640080"/>
          </a:xfrm>
          <a:prstGeom prst="rect">
            <a:avLst/>
          </a:prstGeom>
          <a:solidFill>
            <a:srgbClr val="4A674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Air: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200 mm/bulan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150 mm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curah hujan tinggi. Cocok ditanam di awal musim hujan (Nov-Des).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606040" cy="3108960"/>
          </a:xfrm>
          <a:prstGeom prst="rect">
            <a:avLst/>
          </a:prstGeom>
          <a:solidFill>
            <a:srgbClr val="C5C3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188720"/>
            <a:ext cx="2606040" cy="640080"/>
          </a:xfrm>
          <a:prstGeom prst="rect">
            <a:avLst/>
          </a:prstGeom>
          <a:solidFill>
            <a:srgbClr val="8A9A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80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JAGUNG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4747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Air: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100 mm/bulan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47472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75 mm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7472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toleran kering. Bisa ditanam di akhir musim hujan (Mar-Apr).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0" y="1188720"/>
            <a:ext cx="2606040" cy="3108960"/>
          </a:xfrm>
          <a:prstGeom prst="rect">
            <a:avLst/>
          </a:prstGeom>
          <a:solidFill>
            <a:srgbClr val="C5C3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188720"/>
            <a:ext cx="2606040" cy="640080"/>
          </a:xfrm>
          <a:prstGeom prst="rect">
            <a:avLst/>
          </a:prstGeom>
          <a:solidFill>
            <a:srgbClr val="6B7F5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KEDELAI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3093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Air: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936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150 mm/bulan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30936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100 mm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0936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kelembapan sedang. Cocok di transisi musim (Mar-Apr atau Nov).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28" name="Text 23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KESESUAIAN CURAH HUJAN 2025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0292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118872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Kedelai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74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Kritis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Kritis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Kritis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Kritis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Sangat Kritis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Berlebih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76072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Keterangan: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760720" y="1554480"/>
            <a:ext cx="27432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— curah hujan sesuai kebutuhan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60720" y="2057400"/>
            <a:ext cx="27432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Berlebih — di atas kebutuhan, risiko banjir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560320"/>
            <a:ext cx="274320" cy="2743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— di bawah kebutuhan minimum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3063240"/>
            <a:ext cx="274320" cy="2743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Kritis — jauh di bawah minimum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3291840"/>
            <a:ext cx="2926080" cy="1097280"/>
          </a:xfrm>
          <a:prstGeom prst="rect">
            <a:avLst/>
          </a:prstGeom>
          <a:solidFill>
            <a:srgbClr val="4A674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383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0936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4360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6 dari 12 bulan yang optimal untuk padi. Jagung paling fleksibel dengan 7 bulan layak tanam.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REKOMENDASI JADWAL TANAM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Padi (kebutuhan: 100-200 mm/bulan)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Tanam utama: November – Desember → panen Maret – April (air cukup)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Tanam kedua (jika irigasi): Februari – Maret → panen Juni – Juli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tanam Mei – Oktober (kekeringan ekstrem)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Jagung (kebutuhan: 50-100 mm/bulan)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aman: November – Desember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Alternatif: Maret – April (butuh irigasi tambahan di akhir masa tanam)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tanam Juni – Oktober (kecuali irigasi penuh)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C5C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6B7F5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Kedelai (kebutuhan: 80-150 mm/bulan)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terbaik: Maret – April (manfaatkan sisa air tanah)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Alternatif: November (awal musim hujan)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Mei – September (kekeringan berat)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320040" cy="3200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curah hujan Banyuwangi 2025 = 1.641 mm, cukup secara total namun distribusi sangat timpang antara musim hujan dan kemarau.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20040" cy="3200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Musim kemarau panjang (Mei–Oktober) dengan titik terendah 5 mm di Oktober menjadi kendala utama pertanian tadah hujan.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20040" cy="3200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Padi optimal ditanam Nov–Des (musim tanam utama). Jagung paling fleksibel dengan lebih banyak bulan layak tanam. Kedelai optimal di Mar–Apr.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320040" cy="3200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5V Big Data terbukti relevan: dari volume data harian BMKG yang besar, melalui proses pembersihan (veracity), menghasilkan value berupa rekomendasi jadwal tanam.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320040" cy="320040"/>
          </a:xfrm>
          <a:prstGeom prst="ellipse">
            <a:avLst/>
          </a:prstGeom>
          <a:solidFill>
            <a:srgbClr val="4A674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satu tahun belum cukup untuk analisis statistik jangka panjang — direkomendasikan pengumpulan data 5-10 tahun untuk perencanaan yang lebih akurat.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6D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2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A9A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Curah Hujan &amp; Rekomendasi Tanam</dc:title>
  <dc:subject>PptxGenJS Presentation</dc:subject>
  <dc:creator>Kelompok 1</dc:creator>
  <cp:lastModifiedBy>Kelompok 1</cp:lastModifiedBy>
  <cp:revision>1</cp:revision>
  <dcterms:created xsi:type="dcterms:W3CDTF">2026-04-08T04:22:52Z</dcterms:created>
  <dcterms:modified xsi:type="dcterms:W3CDTF">2026-04-08T04:22:52Z</dcterms:modified>
</cp:coreProperties>
</file>